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Advance a gated investment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C3E42"/>
                </a:solidFill>
              </a:defRPr>
            </a:pPr>
            <a:r>
              <a:t>Leading pair: Czechia + Spain | base €198,099/year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Low €64,619 | stress €32,180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€225,000 capex | 5 FTE | 1.14-year payback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Stage commitment behind 90-day evidence and operating gates.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Contribution is not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C3E42"/>
                </a:solidFill>
              </a:defRPr>
            </a:pPr>
            <a:r>
              <a:t>1,254 eligible orders | 77,436 units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Gross €4,464,622 − refunds €80,831 = net sales €4,383,792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Less net COGS €2,246,919 + fulfillment €106,862 = contribution €2,030,010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Margin 46.3%; cash settlement and working capital are absent.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Country contribution</a:t>
            </a:r>
          </a:p>
        </p:txBody>
      </p:sp>
      <p:pic>
        <p:nvPicPr>
          <p:cNvPr id="5" name="Picture 4" descr="country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52760" cy="5326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Feasible portfolio economics</a:t>
            </a:r>
          </a:p>
        </p:txBody>
      </p:sp>
      <p:pic>
        <p:nvPicPr>
          <p:cNvPr id="5" name="Picture 4" descr="altern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52760" cy="5326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90-day gates and weekly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C3E42"/>
                </a:solidFill>
              </a:defRPr>
            </a:pPr>
            <a:r>
              <a:t>0–30 days | CFO + Commercial Ops: ≥98% order/cost/return linkage; signed baseline.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31–60 days | COO + Service: validate catchment, avoidable cost and low/stress economics.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61–90 days | CEO/Board + CFO: staged commit after quote, SLA, owner and inventory sign-off.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Weekly: OTIF, delivery hours, expedite cost, return recovery, fill rate, units, contribution, capex, FTE.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7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D86"/>
                </a:solidFill>
              </a:defRPr>
            </a:pPr>
            <a:r>
              <a:t>MERIDIAN PARTS | 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843"/>
                </a:solidFill>
              </a:defRPr>
            </a:pPr>
            <a:r>
              <a:t>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C3E42"/>
                </a:solidFill>
              </a:defRPr>
            </a:pPr>
            <a:r>
              <a:t>Synthetic client inputs; no live account access or interviews.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WB 2022–24 population: Spain +2.22%, Czechia +2.18%, Poland -0.71%.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2024 GDP/capita current US$: Netherlands $67,465; Poland $25,104; context, not demand.</a:t>
            </a:r>
          </a:p>
          <a:p>
            <a:pPr>
              <a:spcAft>
                <a:spcPts val="1500"/>
              </a:spcAft>
              <a:defRPr sz="1600">
                <a:solidFill>
                  <a:srgbClr val="2C3E42"/>
                </a:solidFill>
              </a:defRPr>
            </a:pPr>
            <a:r>
              <a:t>Frozen official ECB/WB archives; scenario math non-causal and undiscounted.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